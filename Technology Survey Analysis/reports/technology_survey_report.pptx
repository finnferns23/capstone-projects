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Technology Survey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IBM Skills Network Capstone Final Report</a:t>
            </a:r>
          </a:p>
          <a:p>
            <a:r>
              <a:t>Finnred Fernandes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dashboard analysis of developer survey data</a:t>
            </a:r>
          </a:p>
          <a:p>
            <a:r>
              <a:t>Covers usage, trends, and demographics</a:t>
            </a:r>
          </a:p>
          <a:p>
            <a:r>
              <a:t>Supports data-driven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preprocessing</a:t>
            </a:r>
          </a:p>
          <a:p>
            <a:r>
              <a:t>Handling missing values and duplicates</a:t>
            </a:r>
          </a:p>
          <a:p>
            <a:r>
              <a:t>Multi-value feature transformation</a:t>
            </a:r>
          </a:p>
          <a:p>
            <a:r>
              <a:t>Top 10 analysis and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Technology Usage Dashboard</a:t>
            </a:r>
          </a:p>
        </p:txBody>
      </p:sp>
      <p:pic>
        <p:nvPicPr>
          <p:cNvPr id="3" name="Picture 2" descr="final_realistic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Python and JavaScript dominate usage. Databases and frameworks show consistent adoption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Technology Trends Dashboard</a:t>
            </a:r>
          </a:p>
        </p:txBody>
      </p:sp>
      <p:pic>
        <p:nvPicPr>
          <p:cNvPr id="3" name="Picture 2" descr="final_realistic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Future demand aligns closely with current usage, indicating stability in ecosystem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Demographics Dashboard</a:t>
            </a:r>
          </a:p>
        </p:txBody>
      </p:sp>
      <p:pic>
        <p:nvPicPr>
          <p:cNvPr id="3" name="Picture 2" descr="final_realistic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Majority respondents fall in younger age groups. Education influences technology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Popular technologies remain dominant across usage and demand</a:t>
            </a:r>
          </a:p>
          <a:p>
            <a:r>
              <a:t>Emerging tools show gradual adoption</a:t>
            </a:r>
          </a:p>
          <a:p>
            <a:r>
              <a:t>Demographics strongly influence tech choices</a:t>
            </a:r>
          </a:p>
          <a:p>
            <a:r>
              <a:t>Global trends show consistency across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comprehensive analytical view</a:t>
            </a:r>
          </a:p>
          <a:p>
            <a:r>
              <a:t>Findings support strategic planning</a:t>
            </a:r>
          </a:p>
          <a:p>
            <a:r>
              <a:t>Future trends indicate continued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screenshots included</a:t>
            </a:r>
          </a:p>
          <a:p>
            <a:r>
              <a:t>Correct visualizations used</a:t>
            </a:r>
          </a:p>
          <a:p>
            <a:r>
              <a:t>Insights provided</a:t>
            </a:r>
          </a:p>
          <a:p>
            <a:r>
              <a:t>Ready for PDF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